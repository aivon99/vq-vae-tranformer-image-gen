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89" r:id="rId2"/>
    <p:sldId id="288" r:id="rId3"/>
    <p:sldId id="292" r:id="rId4"/>
    <p:sldId id="294" r:id="rId5"/>
    <p:sldId id="291" r:id="rId6"/>
    <p:sldId id="293" r:id="rId7"/>
    <p:sldId id="290" r:id="rId8"/>
    <p:sldId id="296" r:id="rId9"/>
    <p:sldId id="297" r:id="rId10"/>
    <p:sldId id="29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7F48123-B9B0-4C31-B139-28A2C07D89C8}">
          <p14:sldIdLst>
            <p14:sldId id="289"/>
            <p14:sldId id="288"/>
          </p14:sldIdLst>
        </p14:section>
        <p14:section name="1. Introduction" id="{207A6BC2-25F2-4E2E-8DCC-2EAEB564927E}">
          <p14:sldIdLst>
            <p14:sldId id="292"/>
            <p14:sldId id="294"/>
            <p14:sldId id="291"/>
            <p14:sldId id="293"/>
          </p14:sldIdLst>
        </p14:section>
        <p14:section name="2. Related Work" id="{36067E49-5403-4F8B-A461-6988F351B810}">
          <p14:sldIdLst>
            <p14:sldId id="290"/>
          </p14:sldIdLst>
        </p14:section>
        <p14:section name="3. Method" id="{A766E4FD-AB01-4D49-983B-FEE1EE97C3A8}">
          <p14:sldIdLst>
            <p14:sldId id="296"/>
          </p14:sldIdLst>
        </p14:section>
        <p14:section name="4. Experiements" id="{D9CE7DBB-9587-4AAD-AC9C-37571E996ABB}">
          <p14:sldIdLst>
            <p14:sldId id="297"/>
          </p14:sldIdLst>
        </p14:section>
        <p14:section name="5. Conclusion" id="{5C53837E-EB12-497F-82A7-FF30A453B030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vo Rambaldi" initials="" lastIdx="1" clrIdx="0"/>
  <p:cmAuthor id="1" name="USER" initials="U" lastIdx="1" clrIdx="1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EEEEEE"/>
    <a:srgbClr val="E79439"/>
    <a:srgbClr val="F05930"/>
    <a:srgbClr val="EF3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7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26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o Rambaldi - ivo.rambaldi@studio.unibo.it" userId="27f5b776-3599-4b96-8923-f22217f19dd9" providerId="ADAL" clId="{AD4A11AD-B87E-4091-9DEC-DC39A1A399AE}"/>
    <pc:docChg chg="addSld delSld modSld sldOrd modSection">
      <pc:chgData name="Ivo Rambaldi - ivo.rambaldi@studio.unibo.it" userId="27f5b776-3599-4b96-8923-f22217f19dd9" providerId="ADAL" clId="{AD4A11AD-B87E-4091-9DEC-DC39A1A399AE}" dt="2025-12-07T09:34:08.822" v="61"/>
      <pc:docMkLst>
        <pc:docMk/>
      </pc:docMkLst>
      <pc:sldChg chg="del">
        <pc:chgData name="Ivo Rambaldi - ivo.rambaldi@studio.unibo.it" userId="27f5b776-3599-4b96-8923-f22217f19dd9" providerId="ADAL" clId="{AD4A11AD-B87E-4091-9DEC-DC39A1A399AE}" dt="2025-12-07T09:32:33.988" v="14" actId="2696"/>
        <pc:sldMkLst>
          <pc:docMk/>
          <pc:sldMk cId="0" sldId="270"/>
        </pc:sldMkLst>
      </pc:sldChg>
      <pc:sldChg chg="del">
        <pc:chgData name="Ivo Rambaldi - ivo.rambaldi@studio.unibo.it" userId="27f5b776-3599-4b96-8923-f22217f19dd9" providerId="ADAL" clId="{AD4A11AD-B87E-4091-9DEC-DC39A1A399AE}" dt="2025-12-07T09:32:35.922" v="15" actId="2696"/>
        <pc:sldMkLst>
          <pc:docMk/>
          <pc:sldMk cId="0" sldId="271"/>
        </pc:sldMkLst>
      </pc:sldChg>
      <pc:sldChg chg="del">
        <pc:chgData name="Ivo Rambaldi - ivo.rambaldi@studio.unibo.it" userId="27f5b776-3599-4b96-8923-f22217f19dd9" providerId="ADAL" clId="{AD4A11AD-B87E-4091-9DEC-DC39A1A399AE}" dt="2025-12-07T09:32:37.388" v="16" actId="2696"/>
        <pc:sldMkLst>
          <pc:docMk/>
          <pc:sldMk cId="0" sldId="272"/>
        </pc:sldMkLst>
      </pc:sldChg>
      <pc:sldChg chg="del">
        <pc:chgData name="Ivo Rambaldi - ivo.rambaldi@studio.unibo.it" userId="27f5b776-3599-4b96-8923-f22217f19dd9" providerId="ADAL" clId="{AD4A11AD-B87E-4091-9DEC-DC39A1A399AE}" dt="2025-12-07T09:32:40.995" v="18" actId="2696"/>
        <pc:sldMkLst>
          <pc:docMk/>
          <pc:sldMk cId="0" sldId="273"/>
        </pc:sldMkLst>
      </pc:sldChg>
      <pc:sldChg chg="del">
        <pc:chgData name="Ivo Rambaldi - ivo.rambaldi@studio.unibo.it" userId="27f5b776-3599-4b96-8923-f22217f19dd9" providerId="ADAL" clId="{AD4A11AD-B87E-4091-9DEC-DC39A1A399AE}" dt="2025-12-07T09:32:43.761" v="20" actId="2696"/>
        <pc:sldMkLst>
          <pc:docMk/>
          <pc:sldMk cId="0" sldId="274"/>
        </pc:sldMkLst>
      </pc:sldChg>
      <pc:sldChg chg="del">
        <pc:chgData name="Ivo Rambaldi - ivo.rambaldi@studio.unibo.it" userId="27f5b776-3599-4b96-8923-f22217f19dd9" providerId="ADAL" clId="{AD4A11AD-B87E-4091-9DEC-DC39A1A399AE}" dt="2025-12-07T09:32:46.558" v="22" actId="2696"/>
        <pc:sldMkLst>
          <pc:docMk/>
          <pc:sldMk cId="0" sldId="276"/>
        </pc:sldMkLst>
      </pc:sldChg>
      <pc:sldChg chg="del">
        <pc:chgData name="Ivo Rambaldi - ivo.rambaldi@studio.unibo.it" userId="27f5b776-3599-4b96-8923-f22217f19dd9" providerId="ADAL" clId="{AD4A11AD-B87E-4091-9DEC-DC39A1A399AE}" dt="2025-12-07T09:32:48.776" v="23" actId="2696"/>
        <pc:sldMkLst>
          <pc:docMk/>
          <pc:sldMk cId="0" sldId="277"/>
        </pc:sldMkLst>
      </pc:sldChg>
      <pc:sldChg chg="del">
        <pc:chgData name="Ivo Rambaldi - ivo.rambaldi@studio.unibo.it" userId="27f5b776-3599-4b96-8923-f22217f19dd9" providerId="ADAL" clId="{AD4A11AD-B87E-4091-9DEC-DC39A1A399AE}" dt="2025-12-07T09:32:55.888" v="27" actId="2696"/>
        <pc:sldMkLst>
          <pc:docMk/>
          <pc:sldMk cId="0" sldId="281"/>
        </pc:sldMkLst>
      </pc:sldChg>
      <pc:sldChg chg="del">
        <pc:chgData name="Ivo Rambaldi - ivo.rambaldi@studio.unibo.it" userId="27f5b776-3599-4b96-8923-f22217f19dd9" providerId="ADAL" clId="{AD4A11AD-B87E-4091-9DEC-DC39A1A399AE}" dt="2025-12-07T09:32:57.422" v="28" actId="2696"/>
        <pc:sldMkLst>
          <pc:docMk/>
          <pc:sldMk cId="0" sldId="282"/>
        </pc:sldMkLst>
      </pc:sldChg>
      <pc:sldChg chg="del">
        <pc:chgData name="Ivo Rambaldi - ivo.rambaldi@studio.unibo.it" userId="27f5b776-3599-4b96-8923-f22217f19dd9" providerId="ADAL" clId="{AD4A11AD-B87E-4091-9DEC-DC39A1A399AE}" dt="2025-12-07T09:32:59.268" v="29" actId="2696"/>
        <pc:sldMkLst>
          <pc:docMk/>
          <pc:sldMk cId="0" sldId="283"/>
        </pc:sldMkLst>
      </pc:sldChg>
      <pc:sldChg chg="del">
        <pc:chgData name="Ivo Rambaldi - ivo.rambaldi@studio.unibo.it" userId="27f5b776-3599-4b96-8923-f22217f19dd9" providerId="ADAL" clId="{AD4A11AD-B87E-4091-9DEC-DC39A1A399AE}" dt="2025-12-07T09:33:00.648" v="30" actId="2696"/>
        <pc:sldMkLst>
          <pc:docMk/>
          <pc:sldMk cId="0" sldId="284"/>
        </pc:sldMkLst>
      </pc:sldChg>
      <pc:sldChg chg="del">
        <pc:chgData name="Ivo Rambaldi - ivo.rambaldi@studio.unibo.it" userId="27f5b776-3599-4b96-8923-f22217f19dd9" providerId="ADAL" clId="{AD4A11AD-B87E-4091-9DEC-DC39A1A399AE}" dt="2025-12-07T09:33:02.303" v="31" actId="2696"/>
        <pc:sldMkLst>
          <pc:docMk/>
          <pc:sldMk cId="0" sldId="285"/>
        </pc:sldMkLst>
      </pc:sldChg>
      <pc:sldChg chg="del">
        <pc:chgData name="Ivo Rambaldi - ivo.rambaldi@studio.unibo.it" userId="27f5b776-3599-4b96-8923-f22217f19dd9" providerId="ADAL" clId="{AD4A11AD-B87E-4091-9DEC-DC39A1A399AE}" dt="2025-12-07T09:32:03.555" v="2" actId="2696"/>
        <pc:sldMkLst>
          <pc:docMk/>
          <pc:sldMk cId="2707414646" sldId="290"/>
        </pc:sldMkLst>
      </pc:sldChg>
      <pc:sldChg chg="modSp add mod ord">
        <pc:chgData name="Ivo Rambaldi - ivo.rambaldi@studio.unibo.it" userId="27f5b776-3599-4b96-8923-f22217f19dd9" providerId="ADAL" clId="{AD4A11AD-B87E-4091-9DEC-DC39A1A399AE}" dt="2025-12-07T09:33:54.455" v="53"/>
        <pc:sldMkLst>
          <pc:docMk/>
          <pc:sldMk cId="3401772649" sldId="290"/>
        </pc:sldMkLst>
        <pc:spChg chg="mod">
          <ac:chgData name="Ivo Rambaldi - ivo.rambaldi@studio.unibo.it" userId="27f5b776-3599-4b96-8923-f22217f19dd9" providerId="ADAL" clId="{AD4A11AD-B87E-4091-9DEC-DC39A1A399AE}" dt="2025-12-07T09:33:19.304" v="36" actId="5793"/>
          <ac:spMkLst>
            <pc:docMk/>
            <pc:sldMk cId="3401772649" sldId="290"/>
            <ac:spMk id="5" creationId="{6989D20C-E1DD-DA82-33BA-BF05C1A062AC}"/>
          </ac:spMkLst>
        </pc:spChg>
      </pc:sldChg>
      <pc:sldChg chg="add ord">
        <pc:chgData name="Ivo Rambaldi - ivo.rambaldi@studio.unibo.it" userId="27f5b776-3599-4b96-8923-f22217f19dd9" providerId="ADAL" clId="{AD4A11AD-B87E-4091-9DEC-DC39A1A399AE}" dt="2025-12-07T09:33:49.535" v="49"/>
        <pc:sldMkLst>
          <pc:docMk/>
          <pc:sldMk cId="1037863575" sldId="291"/>
        </pc:sldMkLst>
      </pc:sldChg>
      <pc:sldChg chg="del">
        <pc:chgData name="Ivo Rambaldi - ivo.rambaldi@studio.unibo.it" userId="27f5b776-3599-4b96-8923-f22217f19dd9" providerId="ADAL" clId="{AD4A11AD-B87E-4091-9DEC-DC39A1A399AE}" dt="2025-12-07T09:31:59.407" v="0" actId="2696"/>
        <pc:sldMkLst>
          <pc:docMk/>
          <pc:sldMk cId="1108536812" sldId="291"/>
        </pc:sldMkLst>
      </pc:sldChg>
      <pc:sldChg chg="del">
        <pc:chgData name="Ivo Rambaldi - ivo.rambaldi@studio.unibo.it" userId="27f5b776-3599-4b96-8923-f22217f19dd9" providerId="ADAL" clId="{AD4A11AD-B87E-4091-9DEC-DC39A1A399AE}" dt="2025-12-07T09:32:15.415" v="4" actId="2696"/>
        <pc:sldMkLst>
          <pc:docMk/>
          <pc:sldMk cId="1274971943" sldId="292"/>
        </pc:sldMkLst>
      </pc:sldChg>
      <pc:sldChg chg="add ord">
        <pc:chgData name="Ivo Rambaldi - ivo.rambaldi@studio.unibo.it" userId="27f5b776-3599-4b96-8923-f22217f19dd9" providerId="ADAL" clId="{AD4A11AD-B87E-4091-9DEC-DC39A1A399AE}" dt="2025-12-07T09:33:46.978" v="45" actId="20578"/>
        <pc:sldMkLst>
          <pc:docMk/>
          <pc:sldMk cId="2856964441" sldId="292"/>
        </pc:sldMkLst>
      </pc:sldChg>
      <pc:sldChg chg="add ord">
        <pc:chgData name="Ivo Rambaldi - ivo.rambaldi@studio.unibo.it" userId="27f5b776-3599-4b96-8923-f22217f19dd9" providerId="ADAL" clId="{AD4A11AD-B87E-4091-9DEC-DC39A1A399AE}" dt="2025-12-07T09:33:48.589" v="47"/>
        <pc:sldMkLst>
          <pc:docMk/>
          <pc:sldMk cId="956974731" sldId="293"/>
        </pc:sldMkLst>
      </pc:sldChg>
      <pc:sldChg chg="del">
        <pc:chgData name="Ivo Rambaldi - ivo.rambaldi@studio.unibo.it" userId="27f5b776-3599-4b96-8923-f22217f19dd9" providerId="ADAL" clId="{AD4A11AD-B87E-4091-9DEC-DC39A1A399AE}" dt="2025-12-07T09:32:05.579" v="3" actId="2696"/>
        <pc:sldMkLst>
          <pc:docMk/>
          <pc:sldMk cId="998828544" sldId="293"/>
        </pc:sldMkLst>
      </pc:sldChg>
      <pc:sldChg chg="del">
        <pc:chgData name="Ivo Rambaldi - ivo.rambaldi@studio.unibo.it" userId="27f5b776-3599-4b96-8923-f22217f19dd9" providerId="ADAL" clId="{AD4A11AD-B87E-4091-9DEC-DC39A1A399AE}" dt="2025-12-07T09:32:01.203" v="1" actId="2696"/>
        <pc:sldMkLst>
          <pc:docMk/>
          <pc:sldMk cId="1168782190" sldId="294"/>
        </pc:sldMkLst>
      </pc:sldChg>
      <pc:sldChg chg="add ord">
        <pc:chgData name="Ivo Rambaldi - ivo.rambaldi@studio.unibo.it" userId="27f5b776-3599-4b96-8923-f22217f19dd9" providerId="ADAL" clId="{AD4A11AD-B87E-4091-9DEC-DC39A1A399AE}" dt="2025-12-07T09:33:50.588" v="51"/>
        <pc:sldMkLst>
          <pc:docMk/>
          <pc:sldMk cId="1848434082" sldId="294"/>
        </pc:sldMkLst>
      </pc:sldChg>
      <pc:sldChg chg="del">
        <pc:chgData name="Ivo Rambaldi - ivo.rambaldi@studio.unibo.it" userId="27f5b776-3599-4b96-8923-f22217f19dd9" providerId="ADAL" clId="{AD4A11AD-B87E-4091-9DEC-DC39A1A399AE}" dt="2025-12-07T09:32:17.858" v="5" actId="2696"/>
        <pc:sldMkLst>
          <pc:docMk/>
          <pc:sldMk cId="1020480657" sldId="295"/>
        </pc:sldMkLst>
      </pc:sldChg>
      <pc:sldChg chg="add ord">
        <pc:chgData name="Ivo Rambaldi - ivo.rambaldi@studio.unibo.it" userId="27f5b776-3599-4b96-8923-f22217f19dd9" providerId="ADAL" clId="{AD4A11AD-B87E-4091-9DEC-DC39A1A399AE}" dt="2025-12-07T09:34:08.822" v="61"/>
        <pc:sldMkLst>
          <pc:docMk/>
          <pc:sldMk cId="2633532594" sldId="295"/>
        </pc:sldMkLst>
      </pc:sldChg>
      <pc:sldChg chg="del">
        <pc:chgData name="Ivo Rambaldi - ivo.rambaldi@studio.unibo.it" userId="27f5b776-3599-4b96-8923-f22217f19dd9" providerId="ADAL" clId="{AD4A11AD-B87E-4091-9DEC-DC39A1A399AE}" dt="2025-12-07T09:32:26.445" v="10" actId="2696"/>
        <pc:sldMkLst>
          <pc:docMk/>
          <pc:sldMk cId="74801599" sldId="296"/>
        </pc:sldMkLst>
      </pc:sldChg>
      <pc:sldChg chg="add ord">
        <pc:chgData name="Ivo Rambaldi - ivo.rambaldi@studio.unibo.it" userId="27f5b776-3599-4b96-8923-f22217f19dd9" providerId="ADAL" clId="{AD4A11AD-B87E-4091-9DEC-DC39A1A399AE}" dt="2025-12-07T09:34:04.104" v="57" actId="20578"/>
        <pc:sldMkLst>
          <pc:docMk/>
          <pc:sldMk cId="1303005533" sldId="296"/>
        </pc:sldMkLst>
      </pc:sldChg>
      <pc:sldChg chg="del">
        <pc:chgData name="Ivo Rambaldi - ivo.rambaldi@studio.unibo.it" userId="27f5b776-3599-4b96-8923-f22217f19dd9" providerId="ADAL" clId="{AD4A11AD-B87E-4091-9DEC-DC39A1A399AE}" dt="2025-12-07T09:32:50.572" v="24" actId="2696"/>
        <pc:sldMkLst>
          <pc:docMk/>
          <pc:sldMk cId="2103345577" sldId="297"/>
        </pc:sldMkLst>
      </pc:sldChg>
      <pc:sldChg chg="add ord">
        <pc:chgData name="Ivo Rambaldi - ivo.rambaldi@studio.unibo.it" userId="27f5b776-3599-4b96-8923-f22217f19dd9" providerId="ADAL" clId="{AD4A11AD-B87E-4091-9DEC-DC39A1A399AE}" dt="2025-12-07T09:34:06.255" v="59"/>
        <pc:sldMkLst>
          <pc:docMk/>
          <pc:sldMk cId="4121595377" sldId="297"/>
        </pc:sldMkLst>
      </pc:sldChg>
      <pc:sldChg chg="del">
        <pc:chgData name="Ivo Rambaldi - ivo.rambaldi@studio.unibo.it" userId="27f5b776-3599-4b96-8923-f22217f19dd9" providerId="ADAL" clId="{AD4A11AD-B87E-4091-9DEC-DC39A1A399AE}" dt="2025-12-07T09:33:03.998" v="32" actId="2696"/>
        <pc:sldMkLst>
          <pc:docMk/>
          <pc:sldMk cId="1141482817" sldId="298"/>
        </pc:sldMkLst>
      </pc:sldChg>
      <pc:sldChg chg="del">
        <pc:chgData name="Ivo Rambaldi - ivo.rambaldi@studio.unibo.it" userId="27f5b776-3599-4b96-8923-f22217f19dd9" providerId="ADAL" clId="{AD4A11AD-B87E-4091-9DEC-DC39A1A399AE}" dt="2025-12-07T09:32:19.844" v="6" actId="2696"/>
        <pc:sldMkLst>
          <pc:docMk/>
          <pc:sldMk cId="4257761258" sldId="299"/>
        </pc:sldMkLst>
      </pc:sldChg>
      <pc:sldChg chg="del">
        <pc:chgData name="Ivo Rambaldi - ivo.rambaldi@studio.unibo.it" userId="27f5b776-3599-4b96-8923-f22217f19dd9" providerId="ADAL" clId="{AD4A11AD-B87E-4091-9DEC-DC39A1A399AE}" dt="2025-12-07T09:32:27.940" v="11" actId="2696"/>
        <pc:sldMkLst>
          <pc:docMk/>
          <pc:sldMk cId="2145033568" sldId="300"/>
        </pc:sldMkLst>
      </pc:sldChg>
      <pc:sldChg chg="del">
        <pc:chgData name="Ivo Rambaldi - ivo.rambaldi@studio.unibo.it" userId="27f5b776-3599-4b96-8923-f22217f19dd9" providerId="ADAL" clId="{AD4A11AD-B87E-4091-9DEC-DC39A1A399AE}" dt="2025-12-07T09:32:52.541" v="25" actId="2696"/>
        <pc:sldMkLst>
          <pc:docMk/>
          <pc:sldMk cId="3723378514" sldId="301"/>
        </pc:sldMkLst>
      </pc:sldChg>
      <pc:sldChg chg="del">
        <pc:chgData name="Ivo Rambaldi - ivo.rambaldi@studio.unibo.it" userId="27f5b776-3599-4b96-8923-f22217f19dd9" providerId="ADAL" clId="{AD4A11AD-B87E-4091-9DEC-DC39A1A399AE}" dt="2025-12-07T09:33:06.970" v="33" actId="2696"/>
        <pc:sldMkLst>
          <pc:docMk/>
          <pc:sldMk cId="3166106683" sldId="302"/>
        </pc:sldMkLst>
      </pc:sldChg>
      <pc:sldChg chg="del">
        <pc:chgData name="Ivo Rambaldi - ivo.rambaldi@studio.unibo.it" userId="27f5b776-3599-4b96-8923-f22217f19dd9" providerId="ADAL" clId="{AD4A11AD-B87E-4091-9DEC-DC39A1A399AE}" dt="2025-12-07T09:32:30.138" v="12" actId="2696"/>
        <pc:sldMkLst>
          <pc:docMk/>
          <pc:sldMk cId="393453909" sldId="303"/>
        </pc:sldMkLst>
      </pc:sldChg>
      <pc:sldChg chg="del">
        <pc:chgData name="Ivo Rambaldi - ivo.rambaldi@studio.unibo.it" userId="27f5b776-3599-4b96-8923-f22217f19dd9" providerId="ADAL" clId="{AD4A11AD-B87E-4091-9DEC-DC39A1A399AE}" dt="2025-12-07T09:32:32.031" v="13" actId="2696"/>
        <pc:sldMkLst>
          <pc:docMk/>
          <pc:sldMk cId="3865931063" sldId="304"/>
        </pc:sldMkLst>
      </pc:sldChg>
      <pc:sldChg chg="del">
        <pc:chgData name="Ivo Rambaldi - ivo.rambaldi@studio.unibo.it" userId="27f5b776-3599-4b96-8923-f22217f19dd9" providerId="ADAL" clId="{AD4A11AD-B87E-4091-9DEC-DC39A1A399AE}" dt="2025-12-07T09:32:39.213" v="17" actId="2696"/>
        <pc:sldMkLst>
          <pc:docMk/>
          <pc:sldMk cId="877977712" sldId="305"/>
        </pc:sldMkLst>
      </pc:sldChg>
      <pc:sldChg chg="del">
        <pc:chgData name="Ivo Rambaldi - ivo.rambaldi@studio.unibo.it" userId="27f5b776-3599-4b96-8923-f22217f19dd9" providerId="ADAL" clId="{AD4A11AD-B87E-4091-9DEC-DC39A1A399AE}" dt="2025-12-07T09:32:42.414" v="19" actId="2696"/>
        <pc:sldMkLst>
          <pc:docMk/>
          <pc:sldMk cId="632764808" sldId="306"/>
        </pc:sldMkLst>
      </pc:sldChg>
      <pc:sldChg chg="del">
        <pc:chgData name="Ivo Rambaldi - ivo.rambaldi@studio.unibo.it" userId="27f5b776-3599-4b96-8923-f22217f19dd9" providerId="ADAL" clId="{AD4A11AD-B87E-4091-9DEC-DC39A1A399AE}" dt="2025-12-07T09:32:45.131" v="21" actId="2696"/>
        <pc:sldMkLst>
          <pc:docMk/>
          <pc:sldMk cId="2714556454" sldId="307"/>
        </pc:sldMkLst>
      </pc:sldChg>
      <pc:sldChg chg="del">
        <pc:chgData name="Ivo Rambaldi - ivo.rambaldi@studio.unibo.it" userId="27f5b776-3599-4b96-8923-f22217f19dd9" providerId="ADAL" clId="{AD4A11AD-B87E-4091-9DEC-DC39A1A399AE}" dt="2025-12-07T09:32:53.952" v="26" actId="2696"/>
        <pc:sldMkLst>
          <pc:docMk/>
          <pc:sldMk cId="3767588484" sldId="308"/>
        </pc:sldMkLst>
      </pc:sldChg>
      <pc:sldChg chg="del">
        <pc:chgData name="Ivo Rambaldi - ivo.rambaldi@studio.unibo.it" userId="27f5b776-3599-4b96-8923-f22217f19dd9" providerId="ADAL" clId="{AD4A11AD-B87E-4091-9DEC-DC39A1A399AE}" dt="2025-12-07T09:32:21.099" v="7" actId="2696"/>
        <pc:sldMkLst>
          <pc:docMk/>
          <pc:sldMk cId="963894640" sldId="309"/>
        </pc:sldMkLst>
      </pc:sldChg>
      <pc:sldChg chg="del">
        <pc:chgData name="Ivo Rambaldi - ivo.rambaldi@studio.unibo.it" userId="27f5b776-3599-4b96-8923-f22217f19dd9" providerId="ADAL" clId="{AD4A11AD-B87E-4091-9DEC-DC39A1A399AE}" dt="2025-12-07T09:32:22.642" v="8" actId="2696"/>
        <pc:sldMkLst>
          <pc:docMk/>
          <pc:sldMk cId="2087634727" sldId="310"/>
        </pc:sldMkLst>
      </pc:sldChg>
      <pc:sldChg chg="del">
        <pc:chgData name="Ivo Rambaldi - ivo.rambaldi@studio.unibo.it" userId="27f5b776-3599-4b96-8923-f22217f19dd9" providerId="ADAL" clId="{AD4A11AD-B87E-4091-9DEC-DC39A1A399AE}" dt="2025-12-07T09:32:24.922" v="9" actId="2696"/>
        <pc:sldMkLst>
          <pc:docMk/>
          <pc:sldMk cId="1093650737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612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2B13D74-A512-4925-97A4-A2A5CC619D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9"/>
            <a:ext cx="9144000" cy="5140362"/>
          </a:xfrm>
          <a:prstGeom prst="rect">
            <a:avLst/>
          </a:prstGeom>
        </p:spPr>
      </p:pic>
      <p:sp>
        <p:nvSpPr>
          <p:cNvPr id="3" name="Google Shape;18;p4">
            <a:extLst>
              <a:ext uri="{FF2B5EF4-FFF2-40B4-BE49-F238E27FC236}">
                <a16:creationId xmlns:a16="http://schemas.microsoft.com/office/drawing/2014/main" id="{3430161C-AFDB-4C69-96B2-3A0DAF523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C47BE-6304-4E9B-86E8-79C4B8ECA66D}"/>
              </a:ext>
            </a:extLst>
          </p:cNvPr>
          <p:cNvSpPr txBox="1"/>
          <p:nvPr userDrawn="1"/>
        </p:nvSpPr>
        <p:spPr>
          <a:xfrm>
            <a:off x="8779258" y="4261098"/>
            <a:ext cx="449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E1AD6F4-F93B-4D5E-99CD-E732E621EEB9}" type="slidenum">
              <a:rPr lang="en-US" altLang="ko-KR" b="1" smtClean="0"/>
              <a:t>‹N›</a:t>
            </a:fld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6160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749900"/>
            <a:ext cx="671542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‹N›</a:t>
            </a:fld>
            <a:r>
              <a:rPr lang="it" dirty="0"/>
              <a:t> / 36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11D104B4-8072-4061-9005-5824CA52FAC2}"/>
              </a:ext>
            </a:extLst>
          </p:cNvPr>
          <p:cNvSpPr txBox="1">
            <a:spLocks/>
          </p:cNvSpPr>
          <p:nvPr/>
        </p:nvSpPr>
        <p:spPr>
          <a:xfrm>
            <a:off x="311700" y="3851893"/>
            <a:ext cx="8520600" cy="513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Junseok</a:t>
            </a:r>
            <a:r>
              <a:rPr lang="en-US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Ko, </a:t>
            </a:r>
            <a:r>
              <a:rPr lang="en-US" sz="20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Chaeyoon</a:t>
            </a:r>
            <a:r>
              <a:rPr lang="en-US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Kim, Ivo </a:t>
            </a:r>
            <a:r>
              <a:rPr lang="en-US" sz="2000" dirty="0" err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Rambaldi</a:t>
            </a:r>
            <a:r>
              <a:rPr lang="en-US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6" name="Google Shape;55;p13">
            <a:extLst>
              <a:ext uri="{FF2B5EF4-FFF2-40B4-BE49-F238E27FC236}">
                <a16:creationId xmlns:a16="http://schemas.microsoft.com/office/drawing/2014/main" id="{8AAE6FD3-8538-43F4-A235-FEED411CF8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214552"/>
            <a:ext cx="8839202" cy="192968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14AAD2EE-988A-4BBF-A217-3135680FF871}"/>
              </a:ext>
            </a:extLst>
          </p:cNvPr>
          <p:cNvSpPr txBox="1">
            <a:spLocks/>
          </p:cNvSpPr>
          <p:nvPr/>
        </p:nvSpPr>
        <p:spPr>
          <a:xfrm>
            <a:off x="311700" y="3442891"/>
            <a:ext cx="8520600" cy="513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2025.11.13(Thu)</a:t>
            </a:r>
          </a:p>
        </p:txBody>
      </p:sp>
    </p:spTree>
    <p:extLst>
      <p:ext uri="{BB962C8B-B14F-4D97-AF65-F5344CB8AC3E}">
        <p14:creationId xmlns:p14="http://schemas.microsoft.com/office/powerpoint/2010/main" val="1842626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6C53C9A-D73D-47B1-A4FB-0BDACD87B893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FD5D504-46A9-41A2-BC55-B6E3170AD6AD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53F17082-A88A-4523-8C15-25A16BB38CD5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ko-KR" sz="2000" dirty="0"/>
              <a:t>Introduction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ko-KR" sz="2000" dirty="0"/>
              <a:t>Related Work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ko-KR" sz="2000" dirty="0"/>
              <a:t>Method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ko-KR" sz="2000" dirty="0"/>
              <a:t>Experiments &amp; Results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ko-KR" sz="2000" dirty="0"/>
              <a:t>Conclusion</a:t>
            </a: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97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41DB7-B721-3990-5D5F-4A2125DEC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62099DF-BA2A-7F50-E764-6226E5A72C50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A08073D-88F0-C510-5961-1645A19DE30F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53959A3E-520C-D2D8-2112-356CFEC98241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96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A715-D2BF-ADD6-7080-1EAB16DA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3524DE3-636D-6C67-88B2-D3B333C91707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49DAAA1-CE80-92EA-4785-DD0B76D0488D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CB3AD129-1E95-3CBD-FFE0-53D6E886D3C9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434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9372-CF0C-08EA-BCC9-015B80B8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690EC84-9A4E-949E-B348-4DFE62BDC6BB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0FA17C4-6AF1-30CE-1F19-A9BD0DC35E6F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366520B9-80CF-98BE-0B81-F2AAB291C29A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86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8F867-02AE-E3B7-6049-A187309D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9F5F735-BFE3-4D8A-2603-4C83E28FF579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988707E-B779-9AE5-563F-8FDAEF6D6A3C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ECE96C76-2F52-A903-3DC0-8EBE3504A95A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974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A2951-6751-9A76-6D10-D7E05CF9A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33C0FAA-7A3D-8E4E-8EE4-485F42D49152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42B90E0-1160-009F-C710-66D0D39E389C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6989D20C-E1DD-DA82-33BA-BF05C1A062AC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72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EC58A-AFC8-89EF-9E4F-E727E0C4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3D7B0341-A894-164A-C365-F218DFFC8856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032693C-8096-5865-0A5F-3DCB0BFD62D3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1FE06485-D5EC-0887-E13E-CBED42847B25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00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E8C7E-FE40-8D78-7993-704D8BF8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929FB19-CB92-F34A-AF0A-9DC0C4554ADD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08951B4-1C3C-E6D8-2AA8-9EA810DF9C3A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CDE4DD20-6324-59F2-C720-7D48747271A3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59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44A0-DF90-41BF-1F79-ACF5B14A1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23D3B9A-0323-2908-56FD-D1DF82C28F0B}"/>
              </a:ext>
            </a:extLst>
          </p:cNvPr>
          <p:cNvSpPr txBox="1">
            <a:spLocks/>
          </p:cNvSpPr>
          <p:nvPr/>
        </p:nvSpPr>
        <p:spPr>
          <a:xfrm>
            <a:off x="187959" y="235814"/>
            <a:ext cx="552706" cy="2715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b="1" dirty="0">
                <a:solidFill>
                  <a:schemeClr val="accent1">
                    <a:lumMod val="50000"/>
                  </a:schemeClr>
                </a:solidFill>
                <a:latin typeface="Noto Sans Med" panose="020B0602040504020204" pitchFamily="34"/>
                <a:cs typeface="Arial" panose="020B0604020202020204" pitchFamily="34" charset="0"/>
              </a:rPr>
              <a:t>00</a:t>
            </a:r>
            <a:endParaRPr lang="ko-KR" altLang="en-US" sz="2400" b="1" dirty="0">
              <a:solidFill>
                <a:schemeClr val="accent1">
                  <a:lumMod val="50000"/>
                </a:schemeClr>
              </a:solidFill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ABE9D4B-0586-355E-52C1-E865BF550A95}"/>
              </a:ext>
            </a:extLst>
          </p:cNvPr>
          <p:cNvSpPr txBox="1">
            <a:spLocks/>
          </p:cNvSpPr>
          <p:nvPr/>
        </p:nvSpPr>
        <p:spPr>
          <a:xfrm>
            <a:off x="584701" y="106681"/>
            <a:ext cx="1204342" cy="65203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Noto Sans Med" panose="020B0602040504020204" pitchFamily="34"/>
                <a:cs typeface="Arial" panose="020B0604020202020204" pitchFamily="34" charset="0"/>
              </a:rPr>
              <a:t>Outline</a:t>
            </a:r>
            <a:endParaRPr lang="ko-KR" altLang="en-US" sz="2400" b="1" dirty="0">
              <a:latin typeface="Noto Sans Med" panose="020B0602040504020204" pitchFamily="34"/>
              <a:cs typeface="Arial" panose="020B0604020202020204" pitchFamily="34" charset="0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30F5457C-F758-9140-0E3C-2D84AF0B0CF9}"/>
              </a:ext>
            </a:extLst>
          </p:cNvPr>
          <p:cNvSpPr txBox="1">
            <a:spLocks/>
          </p:cNvSpPr>
          <p:nvPr/>
        </p:nvSpPr>
        <p:spPr>
          <a:xfrm>
            <a:off x="311700" y="661000"/>
            <a:ext cx="8520600" cy="39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53259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38</Words>
  <Application>Microsoft Office PowerPoint</Application>
  <PresentationFormat>Presentazione su schermo (16:9)</PresentationFormat>
  <Paragraphs>25</Paragraphs>
  <Slides>10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Noto Sans Med</vt:lpstr>
      <vt:lpstr>Simple Light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김채윤</dc:creator>
  <cp:lastModifiedBy>Ivo Rambaldi - ivo.rambaldi@studio.unibo.it</cp:lastModifiedBy>
  <cp:revision>247</cp:revision>
  <dcterms:modified xsi:type="dcterms:W3CDTF">2025-12-07T09:34:15Z</dcterms:modified>
</cp:coreProperties>
</file>